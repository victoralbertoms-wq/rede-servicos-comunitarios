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4F46E5">
              <a:alpha val="25000"/>
            </a:srgbClr>
          </a:solidFill>
          <a:ln w="12700">
            <a:solidFill>
              <a:srgbClr val="4F46E5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0EA5E9">
              <a:alpha val="20000"/>
            </a:srgbClr>
          </a:solidFill>
          <a:ln w="12700">
            <a:solidFill>
              <a:srgbClr val="0EA5E9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73152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087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de Serviços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Comunitários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do Usuário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46320"/>
            <a:ext cx="85953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1.0  —  2026  •  rede-servicos.web.app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a Rede de Serviços Comunitários?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que conecta membros de comunidades a profissionais e empresas locais.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8760"/>
            <a:ext cx="54864" cy="12344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15568" y="16184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Cadastrar Serviços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15568" y="19476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Divulgue seus serviços profissionais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150876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1508760"/>
            <a:ext cx="54864" cy="12344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🏢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995928" y="16184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Cadastrar Empresa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95928" y="19476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seu comércio ou empresa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150876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508760"/>
            <a:ext cx="54864" cy="12344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🏘️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876288" y="16184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76288" y="19476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Participe de grupos da sua rede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2926080"/>
            <a:ext cx="54864" cy="12344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115568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5568" y="33649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Encontre o que precisa perto de si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37560" y="2926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337560" y="2926080"/>
            <a:ext cx="54864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3995928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995928" y="33649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Avalie serviços e empresas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2926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217920" y="2926080"/>
            <a:ext cx="54864" cy="12344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5508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876288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76288" y="33649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 direto com os profissionais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Acessar o Sistema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0584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05840"/>
            <a:ext cx="3931920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058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Pelo Navegador (Web)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566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pelo navegador em qualquer computador ou celular: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rede-servicos.web.app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Não precisa instalar nada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Funciona no Chrome, Edge, Firefox e Safari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Compatível com computador e celular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46320" y="100584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005840"/>
            <a:ext cx="3931920" cy="7772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0058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Pelo Celular (Mobile)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1920240"/>
            <a:ext cx="3566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Instale o app Expo Go no seu celular: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 App Store (iPhone)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 Play Store (Android)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escaneie o QR Code para acessar.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Criando Sua Conta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124712"/>
            <a:ext cx="420624" cy="420624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24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101498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o sistema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132588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rede-servicos.web.app e clique em "Criar conta"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" y="1545336"/>
            <a:ext cx="0" cy="283464"/>
          </a:xfrm>
          <a:prstGeom prst="line">
            <a:avLst/>
          </a:prstGeom>
          <a:noFill/>
          <a:ln w="19050">
            <a:solidFill>
              <a:srgbClr val="22C55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65760" y="182880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1993392"/>
            <a:ext cx="420624" cy="420624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70432" y="188366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seus dados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70432" y="219456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seu nome completo, e-mail e crie uma senha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" y="2414016"/>
            <a:ext cx="0" cy="283464"/>
          </a:xfrm>
          <a:prstGeom prst="line">
            <a:avLst/>
          </a:prstGeom>
          <a:noFill/>
          <a:ln w="19050">
            <a:solidFill>
              <a:srgbClr val="22C55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269748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" y="2862072"/>
            <a:ext cx="420624" cy="420624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70432" y="275234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Cadastrar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70432" y="306324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Pressione o botão "Cadastrar" para criar sua conta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04672" y="3282696"/>
            <a:ext cx="0" cy="283464"/>
          </a:xfrm>
          <a:prstGeom prst="line">
            <a:avLst/>
          </a:prstGeom>
          <a:noFill/>
          <a:ln w="19050">
            <a:solidFill>
              <a:srgbClr val="22C55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65760" y="356616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4360" y="3730752"/>
            <a:ext cx="420624" cy="420624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70432" y="362102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Pronto!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70432" y="393192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já está logado e pode usar o sistema imediatamente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48640" y="45262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Esqueceu a senha? Clique em "Esqueci minha senha" no login — você receberá um e-mail para redefinir.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Cadastrar um Serviço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51206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35204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133856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338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78408" y="10972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menu lateral, clique em "Serviços"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1673352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6733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78408" y="16367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"Cadastrar Serviço"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2212848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212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8408" y="21762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Preencha: Nome, Categoria, Especialidade, Descrição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2752344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752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78408" y="271576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Telefone, WhatsApp, E-mail, Cidade e Estado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3291840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8408" y="3255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uma foto (opcional)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3831336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831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8408" y="37947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"Cadastrar Serviço"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0" y="960120"/>
            <a:ext cx="3108960" cy="173736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806440" y="1005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obrigatórios: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806440" y="13716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Nome do profissional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80644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Categoria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806440" y="2011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Cidade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806440" y="2331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Estado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0" y="2834640"/>
            <a:ext cx="3108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806440" y="28803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 disponíveis: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06440" y="32004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Elétrica • Hidráulica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80644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• Educação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80644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• Mecânica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80644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Advocacia • e mais...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65760" y="4572000"/>
            <a:ext cx="841248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48640" y="457200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Seu serviço ficará pendente até ser aprovado pelo administrador. Após a aprovação, aparecerá publicamente.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Cadastrar uma Empresa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51206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3977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115568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15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78408" y="107899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menu lateral, clique em "Empresas"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1627632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6276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78408" y="159105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"Cadastrar Empresa"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2139696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139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8408" y="2103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Preencha: Nome, Razão Social, CNPJ (opcional)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2651760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651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78408" y="261518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a Categoria e adicione a Descrição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3163824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163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8408" y="3127248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Telefone, WhatsApp, E-mail e Endereço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3675888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675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8408" y="36393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Logo e Foto da fachada (opcional)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4187952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8408" y="415137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"Cadastrar Empresa"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0" y="960120"/>
            <a:ext cx="3108960" cy="1920240"/>
          </a:xfrm>
          <a:prstGeom prst="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06440" y="10241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obrigatórios: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806440" y="13716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Nome da empresa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806440" y="1700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Categoria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806440" y="20299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Descrição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0" y="3017520"/>
            <a:ext cx="3108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806440" y="30815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Categorias: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806440" y="34107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Comércio • Alimentação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806440" y="37033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• Educação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806440" y="3995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Beleza • Tecnologia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806440" y="42885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 • e mais...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65760" y="4572000"/>
            <a:ext cx="841248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457200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A empresa também ficará pendente até aprovação do administrador.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e Excluir seus Cadastros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55778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39776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241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Como Editar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1508760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78992" y="146304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a página de detalhe do serviço ou empresa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03911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1993392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"Editar" (visível apenas para o dono ou admin)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256946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78992" y="2523744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Altere os campos desejados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099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78992" y="3054096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trocar a foto: escolha um novo arquivo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63016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78992" y="3584448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remover a foto: clique no botão vermelho "Remover foto"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160520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78992" y="411480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"Salvar Alterações"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26480" y="960120"/>
            <a:ext cx="2651760" cy="2011680"/>
          </a:xfrm>
          <a:prstGeom prst="rect">
            <a:avLst/>
          </a:prstGeom>
          <a:solidFill>
            <a:srgbClr val="FEE2E2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263640" y="10241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 Como Excluir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63640" y="141732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Acesse a página de detalhe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Clique em "Excluir"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Confirme a ação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Esta ação não pode ser desfeita!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26480" y="3108960"/>
            <a:ext cx="2651760" cy="182880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63640" y="317296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ℹ️  Quem pode editar e excluir?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63640" y="35661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próprio dono do cadastro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administrador do sistema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Participando de Comunidades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1371600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058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🏘️  O que são comunidades?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38988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privados onde membros compartilham serviços e empresas entre si — como a rede interna de uma congregação, associação ou grupo comunitário.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2468880"/>
            <a:ext cx="5029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468880"/>
            <a:ext cx="54864" cy="24688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542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entrar em uma comunidade: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5216" y="2962656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9260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"Comunidades" no menu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" y="3438144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3438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40156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na comunidade desejada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5216" y="3913632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3913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387705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tiver senha, informe a senha de acesso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5216" y="4389120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216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3525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"Entrar"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77840" y="2468880"/>
            <a:ext cx="3200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71500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comunidade: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715000" y="294436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Serviços dos membros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715000" y="33832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Empresas da comunidade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15000" y="382219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Abas separadas por tipo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715000" y="426110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➕  Cadastrar vinculado à comunidade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5760" y="4572000"/>
            <a:ext cx="841248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8640" y="457200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Comunidades com senha exigem a senha correta para entrar. Peça ao administrador da comunidade.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Buscar e Filtrar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1430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124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61288" y="103327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por texto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61288" y="137160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o nome, categoria ou cidade na barra de pesquisa — o resultado aparece instantaneamente enquanto você digita.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920240"/>
            <a:ext cx="8412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1920240"/>
            <a:ext cx="54864" cy="8229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103120"/>
            <a:ext cx="457200" cy="457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61288" y="19933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categoria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1288" y="233172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 menu suspenso ao lado da busca para exibir apenas uma categoria específica (Ex: Elétrica, Saúde, Comércio).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880360"/>
            <a:ext cx="8412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880360"/>
            <a:ext cx="54864" cy="8229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063240"/>
            <a:ext cx="457200" cy="45720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⭐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61288" y="295351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detalhes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61288" y="329184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qualquer card para ver informações completas: foto, contatos, avaliações e localização.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3840480"/>
            <a:ext cx="8412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840480"/>
            <a:ext cx="54864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402336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💬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61288" y="39136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direto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61288" y="42519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página de detalhe, use os botões de Telefone, WhatsApp, E-mail ou Site para entrar em contato.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 e Favoritos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425196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3977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241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Avaliações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154533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78992" y="14813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a página de um serviço ou empresa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13969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207568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até a seção Avaliações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273405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78992" y="26700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nas estrelas para dar uma nota (1 a 5)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32841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78992" y="32644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um comentário (opcional)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92277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78992" y="385876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"Enviar avaliação"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46320" y="960120"/>
            <a:ext cx="39319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960120"/>
            <a:ext cx="54864" cy="39776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0241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❤️  Favoritos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74920" y="150876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 nos favoritos: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ícone ❤️ na página de detalhe de qualquer serviço ou empresa.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Acessar seus favoritos: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"Favoritos" no menu lateral para ver todos os itens salvos.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Remover dos favoritos: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novamente no ícone ❤️ para remover o item dos seus favoritos.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Enviando Mensagens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1005840"/>
            <a:ext cx="5486400" cy="2560320"/>
          </a:xfrm>
          <a:prstGeom prst="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0" y="1097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💬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011680" y="19202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direto entre usuários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011680" y="234086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 diretamente com o dono de qualquer serviço ou empresa cadastrado no sistema.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374904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8912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5488" y="42793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a página de um serviço ou empresa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560320" y="374904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633472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👆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670048" y="42793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"💬 Mensagem"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374904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28032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864608" y="42793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conversa privada é criada automaticamente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949440" y="374904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022592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📥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059168" y="42793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Veja todas as conversas em "Mensagens" no menu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Entendendo os Status dos Cadastros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cadastrar um serviço ou empresa, ele passa pelos seguintes status: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841248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463040"/>
            <a:ext cx="64008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554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 PENDENTE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17520" y="1517904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enviado e aguardando revisão do administrador.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90195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você consegue ver este cadastro por enquanto.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1965960"/>
            <a:ext cx="2286000" cy="0"/>
          </a:xfrm>
          <a:prstGeom prst="line">
            <a:avLst/>
          </a:prstGeom>
          <a:noFill/>
          <a:ln w="1016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29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cadastro para ver o status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2578608"/>
            <a:ext cx="8412480" cy="100584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578608"/>
            <a:ext cx="64008" cy="10058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6700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APROVADO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017520" y="263347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aprovado pelo administrador.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17520" y="3017520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na listagem pública para todos os usuários do sistema.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3081528"/>
            <a:ext cx="2286000" cy="0"/>
          </a:xfrm>
          <a:prstGeom prst="line">
            <a:avLst/>
          </a:prstGeom>
          <a:noFill/>
          <a:ln w="10160">
            <a:solidFill>
              <a:srgbClr val="BBF7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455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cadastro para ver o status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694176"/>
            <a:ext cx="8412480" cy="100584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694176"/>
            <a:ext cx="64008" cy="10058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7856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REJEITADO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017520" y="3749040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não aprovado pelo administrador.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017520" y="4133088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em contato com o administrador para mais informações.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4360" y="4197096"/>
            <a:ext cx="2286000" cy="0"/>
          </a:xfrm>
          <a:prstGeom prst="line">
            <a:avLst/>
          </a:prstGeom>
          <a:noFill/>
          <a:ln w="10160">
            <a:solidFill>
              <a:srgbClr val="FECAC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26110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cadastro para ver o status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Perfil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2743200" cy="397764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280160"/>
            <a:ext cx="1828800" cy="18288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2801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👤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Perfil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5844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Gerencie suas informações pessoais e cadastros.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960120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960120"/>
            <a:ext cx="54864" cy="8412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✏️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105156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nome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138074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Edite seu nome de exibição no sistema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91840" y="1947672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91840" y="1947672"/>
            <a:ext cx="54864" cy="8412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041648" y="20391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de perfil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041648" y="236829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ou troque sua foto de perfil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91840" y="2935224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91840" y="2935224"/>
            <a:ext cx="54864" cy="8412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041648" y="30266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Alterar senha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041648" y="33558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Redefina sua senha de acesso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91840" y="3922776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91840" y="3922776"/>
            <a:ext cx="54864" cy="8412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041648" y="4014216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Meus cadastros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041648" y="434340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Veja todos os serviços e empresas que você registrou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Dicas Importantes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10058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16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105156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atualizados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4173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Telefone e WhatsApp corretos aumentam muito as chances de contato pelos clientes.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96012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960120"/>
            <a:ext cx="54864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1234440"/>
            <a:ext cx="457200" cy="457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1216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0" y="105156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fotos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0" y="14173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Cadastros com foto recebem muito mais atenção e cliques do que os sem foto.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14884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148840"/>
            <a:ext cx="54864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242316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⭐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97280" y="224028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avaliações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satisfeitos podem avaliar seu serviço — peça para avaliarem no sistema.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214884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2148840"/>
            <a:ext cx="54864" cy="10058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09160" y="242316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🔔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303520" y="224028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Aguarde aprovação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0352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cadastrar, o administrador precisa aprovar antes do cadastro aparecer publicamente.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333756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5760" y="3337560"/>
            <a:ext cx="54864" cy="10058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3611880"/>
            <a:ext cx="457200" cy="4572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097280" y="342900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 sua senha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97280" y="37947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compartilhe sua senha de acesso com ninguém por segurança.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0" y="333756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72000" y="3337560"/>
            <a:ext cx="54864" cy="10058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09160" y="3611880"/>
            <a:ext cx="457200" cy="45720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09160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303520" y="342900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pelo celular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303520" y="37947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funciona em qualquer dispositivo — computador, tablet ou celular.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4F46E5">
              <a:alpha val="20000"/>
            </a:srgbClr>
          </a:solidFill>
          <a:ln w="12700">
            <a:solidFill>
              <a:srgbClr val="4F46E5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200400"/>
            <a:ext cx="3200400" cy="3200400"/>
          </a:xfrm>
          <a:prstGeom prst="ellipse">
            <a:avLst/>
          </a:prstGeom>
          <a:solidFill>
            <a:srgbClr val="0EA5E9">
              <a:alpha val="18000"/>
            </a:srgbClr>
          </a:solidFill>
          <a:ln w="12700">
            <a:solidFill>
              <a:srgbClr val="0EA5E9">
                <a:alpha val="1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Ajuda? 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Estamos aqui para te ajudar.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265176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👥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24871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871216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 com o administrador da sua comunidade para dúvidas locais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55848" y="1691640"/>
            <a:ext cx="265176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783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🌐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447288" y="24871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o sistema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7288" y="2871216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rede-servicos.web.app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54496" y="1691640"/>
            <a:ext cx="265176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54496" y="1783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🛠️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345936" y="24871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45936" y="2871216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em contato com o responsável pelo sistema para problemas técnicos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480560"/>
            <a:ext cx="85953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rede-servicos.web.app  •  Manual do Usuário — Versão 1.0  • 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do Usuário — Rede de Serviços Comunitários</dc:title>
  <dc:subject>PptxGenJS Presentation</dc:subject>
  <dc:creator>PptxGenJS</dc:creator>
  <cp:lastModifiedBy>PptxGenJS</cp:lastModifiedBy>
  <cp:revision>1</cp:revision>
  <dcterms:created xsi:type="dcterms:W3CDTF">2026-06-14T22:31:06Z</dcterms:created>
  <dcterms:modified xsi:type="dcterms:W3CDTF">2026-06-14T22:31:06Z</dcterms:modified>
</cp:coreProperties>
</file>