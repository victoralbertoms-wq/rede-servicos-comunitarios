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371600"/>
            <a:ext cx="5486400" cy="5486400"/>
          </a:xfrm>
          <a:prstGeom prst="ellipse">
            <a:avLst/>
          </a:prstGeom>
          <a:solidFill>
            <a:srgbClr val="4F46E5">
              <a:alpha val="25000"/>
            </a:srgbClr>
          </a:solidFill>
          <a:ln w="12700">
            <a:solidFill>
              <a:srgbClr val="4F46E5">
                <a:alpha val="2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2743200"/>
            <a:ext cx="3657600" cy="3657600"/>
          </a:xfrm>
          <a:prstGeom prst="ellipse">
            <a:avLst/>
          </a:prstGeom>
          <a:solidFill>
            <a:srgbClr val="0EA5E9">
              <a:alpha val="20000"/>
            </a:srgbClr>
          </a:solidFill>
          <a:ln w="12700">
            <a:solidFill>
              <a:srgbClr val="0EA5E9">
                <a:alpha val="2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73152" cy="18288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50876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de Serviços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68680" y="219456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Comunitários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868680" y="3063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do Usuário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4846320"/>
            <a:ext cx="85953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 1.0  —  2026  •  rede-servicos.web.app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201168"/>
            <a:ext cx="64008" cy="5029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4592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a Rede de Serviços Comunitários?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digital que conecta membros de comunidades a profissionais e empresas locais.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2743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508760"/>
            <a:ext cx="54864" cy="12344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🔧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115568" y="16184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Cadastrar Serviços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15568" y="194767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Divulgue seus serviços profissionais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37560" y="1508760"/>
            <a:ext cx="2743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37560" y="1508760"/>
            <a:ext cx="54864" cy="12344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🏢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995928" y="16184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Cadastrar Empresa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995928" y="194767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Registre seu comércio ou empresa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7920" y="1508760"/>
            <a:ext cx="2743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17920" y="1508760"/>
            <a:ext cx="54864" cy="12344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🏘️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876288" y="16184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Comunidades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76288" y="194767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Participe de grupos da sua rede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2926080"/>
            <a:ext cx="2743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2926080"/>
            <a:ext cx="54864" cy="12344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3063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115568" y="303580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15568" y="336499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Encontre o que precisa perto de si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337560" y="2926080"/>
            <a:ext cx="2743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337560" y="2926080"/>
            <a:ext cx="54864" cy="1234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74720" y="3063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3995928" y="303580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995928" y="336499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Avalie serviços e empresas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17920" y="2926080"/>
            <a:ext cx="2743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217920" y="2926080"/>
            <a:ext cx="54864" cy="12344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55080" y="3063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6876288" y="303580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876288" y="336499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Fale direto com os profissionais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201168"/>
            <a:ext cx="64008" cy="5029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4592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Acessar o Sistema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005840"/>
            <a:ext cx="39319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05840"/>
            <a:ext cx="3931920" cy="7772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0584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Android (Chrome)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1920240"/>
            <a:ext cx="3566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pt-BR" sz="1100" b="1" dirty="0">
                <a:solidFill>
                  <a:srgbClr val="1E293B"/>
                </a:solidFill>
                <a:latin typeface="Calibri" pitchFamily="34" charset="0"/>
              </a:rPr>
              <a:t xml:space="preserve">1. </a:t>
            </a:r>
            <a:r>
              <a:rPr lang="pt-BR" sz="1100" dirty="0">
                <a:solidFill>
                  <a:srgbClr val="1E293B"/>
                </a:solidFill>
                <a:latin typeface="Calibri" pitchFamily="34" charset="0"/>
              </a:rPr>
              <a:t>Abra o Chrome e acesse rede-servicos.web.app</a:t>
            </a:r>
          </a:p>
          <a:p>
            <a:pPr indent="0" marL="0">
              <a:buNone/>
            </a:pPr>
            <a:r>
              <a:rPr lang="pt-BR" sz="300" dirty="0">
                <a:solidFill>
                  <a:srgbClr val="1E293B"/>
                </a:solidFill>
                <a:latin typeface="Calibri" pitchFamily="34" charset="0"/>
              </a:rPr>
              <a:t xml:space="preserve"> </a:t>
            </a:r>
          </a:p>
          <a:p>
            <a:pPr indent="0" marL="0">
              <a:buNone/>
            </a:pPr>
            <a:r>
              <a:rPr lang="pt-BR" sz="1100" b="1" dirty="0">
                <a:solidFill>
                  <a:srgbClr val="1E293B"/>
                </a:solidFill>
                <a:latin typeface="Calibri" pitchFamily="34" charset="0"/>
              </a:rPr>
              <a:t xml:space="preserve">2. </a:t>
            </a:r>
            <a:r>
              <a:rPr lang="pt-BR" sz="1100" dirty="0">
                <a:solidFill>
                  <a:srgbClr val="1E293B"/>
                </a:solidFill>
                <a:latin typeface="Calibri" pitchFamily="34" charset="0"/>
              </a:rPr>
              <a:t>Toque nos tres pontos (⋮) no canto superior direito</a:t>
            </a:r>
          </a:p>
          <a:p>
            <a:pPr indent="0" marL="0">
              <a:buNone/>
            </a:pPr>
            <a:r>
              <a:rPr lang="pt-BR" sz="300" dirty="0">
                <a:solidFill>
                  <a:srgbClr val="1E293B"/>
                </a:solidFill>
                <a:latin typeface="Calibri" pitchFamily="34" charset="0"/>
              </a:rPr>
              <a:t xml:space="preserve"> </a:t>
            </a:r>
          </a:p>
          <a:p>
            <a:pPr indent="0" marL="0">
              <a:buNone/>
            </a:pPr>
            <a:r>
              <a:rPr lang="pt-BR" sz="1100" b="1" dirty="0">
                <a:solidFill>
                  <a:srgbClr val="1E293B"/>
                </a:solidFill>
                <a:latin typeface="Calibri" pitchFamily="34" charset="0"/>
              </a:rPr>
              <a:t xml:space="preserve">3. </a:t>
            </a:r>
            <a:r>
              <a:rPr lang="pt-BR" sz="1100" dirty="0">
                <a:solidFill>
                  <a:srgbClr val="1E293B"/>
                </a:solidFill>
                <a:latin typeface="Calibri" pitchFamily="34" charset="0"/>
              </a:rPr>
              <a:t>Toque em "Adicionar a tela inicial"</a:t>
            </a:r>
          </a:p>
          <a:p>
            <a:pPr indent="0" marL="0">
              <a:buNone/>
            </a:pPr>
            <a:r>
              <a:rPr lang="pt-BR" sz="300" dirty="0">
                <a:solidFill>
                  <a:srgbClr val="1E293B"/>
                </a:solidFill>
                <a:latin typeface="Calibri" pitchFamily="34" charset="0"/>
              </a:rPr>
              <a:t xml:space="preserve"> </a:t>
            </a:r>
          </a:p>
          <a:p>
            <a:pPr indent="0" marL="0">
              <a:buNone/>
            </a:pPr>
            <a:r>
              <a:rPr lang="pt-BR" sz="1100" b="1" dirty="0">
                <a:solidFill>
                  <a:srgbClr val="1E293B"/>
                </a:solidFill>
                <a:latin typeface="Calibri" pitchFamily="34" charset="0"/>
              </a:rPr>
              <a:t xml:space="preserve">4. </a:t>
            </a:r>
            <a:r>
              <a:rPr lang="pt-BR" sz="1100" dirty="0">
                <a:solidFill>
                  <a:srgbClr val="1E293B"/>
                </a:solidFill>
                <a:latin typeface="Calibri" pitchFamily="34" charset="0"/>
              </a:rPr>
              <a:t>Confirme tocando em "Adicionar"</a:t>
            </a:r>
          </a:p>
          <a:p>
            <a:pPr indent="0" marL="0">
              <a:buNone/>
            </a:pPr>
            <a:r>
              <a:rPr lang="pt-BR" sz="300" dirty="0">
                <a:solidFill>
                  <a:srgbClr val="1E293B"/>
                </a:solidFill>
                <a:latin typeface="Calibri" pitchFamily="34" charset="0"/>
              </a:rPr>
              <a:t xml:space="preserve"> </a:t>
            </a:r>
          </a:p>
          <a:p>
            <a:pPr indent="0" marL="0">
              <a:buNone/>
            </a:pPr>
            <a:r>
              <a:rPr lang="pt-BR" sz="1100" b="1" dirty="0">
                <a:solidFill>
                  <a:srgbClr val="1E293B"/>
                </a:solidFill>
                <a:latin typeface="Calibri" pitchFamily="34" charset="0"/>
              </a:rPr>
              <a:t xml:space="preserve">5. </a:t>
            </a:r>
            <a:r>
              <a:rPr lang="pt-BR" sz="1100" dirty="0">
                <a:solidFill>
                  <a:srgbClr val="1E293B"/>
                </a:solidFill>
                <a:latin typeface="Calibri" pitchFamily="34" charset="0"/>
              </a:rPr>
              <a:t>Pronto! O icone aparece na tela inicial do celular</a:t>
            </a:r>
          </a:p>
          <a:p>
            <a:pPr indent="0" marL="0">
              <a:buNone/>
            </a:pPr>
            <a:r>
              <a:rPr lang="pt-BR" sz="300" dirty="0">
                <a:solidFill>
                  <a:srgbClr val="1E293B"/>
                </a:solidFill>
                <a:latin typeface="Calibri" pitchFamily="34" charset="0"/>
              </a:rPr>
              <a:t xml:space="preserve"> </a:t>
            </a:r>
          </a:p>
          <a:p>
            <a:pPr indent="0" marL="0">
              <a:buNone/>
            </a:pPr>
            <a:r>
              <a:rPr lang="pt-BR" sz="1100" b="1" dirty="0">
                <a:solidFill>
                  <a:srgbClr val="1E293B"/>
                </a:solidFill>
                <a:latin typeface="Calibri" pitchFamily="34" charset="0"/>
              </a:rPr>
              <a:t xml:space="preserve">6. </a:t>
            </a:r>
            <a:r>
              <a:rPr lang="pt-BR" sz="1100" dirty="0">
                <a:solidFill>
                  <a:srgbClr val="1E293B"/>
                </a:solidFill>
                <a:latin typeface="Calibri" pitchFamily="34" charset="0"/>
              </a:rPr>
              <a:t>Abre igual a um app — sem precisar do navegador!</a:t>
            </a:r>
          </a:p>
        </p:txBody>
      </p:sp>
      <p:sp>
        <p:nvSpPr>
          <p:cNvPr id="10" name="Shape 8"/>
          <p:cNvSpPr/>
          <p:nvPr/>
        </p:nvSpPr>
        <p:spPr>
          <a:xfrm>
            <a:off x="4846320" y="1005840"/>
            <a:ext cx="39319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46320" y="1005840"/>
            <a:ext cx="3931920" cy="7772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3480" y="100584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🍎  iPhone (Safari)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0" y="1920240"/>
            <a:ext cx="3566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pt-BR" sz="1100" b="1" dirty="0">
                <a:solidFill>
                  <a:srgbClr val="1E293B"/>
                </a:solidFill>
                <a:latin typeface="Calibri" pitchFamily="34" charset="0"/>
              </a:rPr>
              <a:t xml:space="preserve">1. </a:t>
            </a:r>
            <a:r>
              <a:rPr lang="pt-BR" sz="1100" dirty="0">
                <a:solidFill>
                  <a:srgbClr val="1E293B"/>
                </a:solidFill>
                <a:latin typeface="Calibri" pitchFamily="34" charset="0"/>
              </a:rPr>
              <a:t>Abra o Safari e acesse rede-servicos.web.app</a:t>
            </a:r>
          </a:p>
          <a:p>
            <a:pPr indent="0" marL="0">
              <a:buNone/>
            </a:pPr>
            <a:r>
              <a:rPr lang="pt-BR" sz="300" dirty="0">
                <a:solidFill>
                  <a:srgbClr val="1E293B"/>
                </a:solidFill>
                <a:latin typeface="Calibri" pitchFamily="34" charset="0"/>
              </a:rPr>
              <a:t xml:space="preserve"> </a:t>
            </a:r>
          </a:p>
          <a:p>
            <a:pPr indent="0" marL="0">
              <a:buNone/>
            </a:pPr>
            <a:r>
              <a:rPr lang="pt-BR" sz="1100" b="1" dirty="0">
                <a:solidFill>
                  <a:srgbClr val="1E293B"/>
                </a:solidFill>
                <a:latin typeface="Calibri" pitchFamily="34" charset="0"/>
              </a:rPr>
              <a:t xml:space="preserve">2. </a:t>
            </a:r>
            <a:r>
              <a:rPr lang="pt-BR" sz="1100" dirty="0">
                <a:solidFill>
                  <a:srgbClr val="1E293B"/>
                </a:solidFill>
                <a:latin typeface="Calibri" pitchFamily="34" charset="0"/>
              </a:rPr>
              <a:t>Toque no icone Compartilhar (quadrado com seta)</a:t>
            </a:r>
          </a:p>
          <a:p>
            <a:pPr indent="0" marL="0">
              <a:buNone/>
            </a:pPr>
            <a:r>
              <a:rPr lang="pt-BR" sz="300" dirty="0">
                <a:solidFill>
                  <a:srgbClr val="1E293B"/>
                </a:solidFill>
                <a:latin typeface="Calibri" pitchFamily="34" charset="0"/>
              </a:rPr>
              <a:t xml:space="preserve"> </a:t>
            </a:r>
          </a:p>
          <a:p>
            <a:pPr indent="0" marL="0">
              <a:buNone/>
            </a:pPr>
            <a:r>
              <a:rPr lang="pt-BR" sz="1100" b="1" dirty="0">
                <a:solidFill>
                  <a:srgbClr val="1E293B"/>
                </a:solidFill>
                <a:latin typeface="Calibri" pitchFamily="34" charset="0"/>
              </a:rPr>
              <a:t xml:space="preserve">3. </a:t>
            </a:r>
            <a:r>
              <a:rPr lang="pt-BR" sz="1100" dirty="0">
                <a:solidFill>
                  <a:srgbClr val="1E293B"/>
                </a:solidFill>
                <a:latin typeface="Calibri" pitchFamily="34" charset="0"/>
              </a:rPr>
              <a:t>Toque em "Adicionar a Tela de Inicio"</a:t>
            </a:r>
          </a:p>
          <a:p>
            <a:pPr indent="0" marL="0">
              <a:buNone/>
            </a:pPr>
            <a:r>
              <a:rPr lang="pt-BR" sz="300" dirty="0">
                <a:solidFill>
                  <a:srgbClr val="1E293B"/>
                </a:solidFill>
                <a:latin typeface="Calibri" pitchFamily="34" charset="0"/>
              </a:rPr>
              <a:t xml:space="preserve"> </a:t>
            </a:r>
          </a:p>
          <a:p>
            <a:pPr indent="0" marL="0">
              <a:buNone/>
            </a:pPr>
            <a:r>
              <a:rPr lang="pt-BR" sz="1100" b="1" dirty="0">
                <a:solidFill>
                  <a:srgbClr val="1E293B"/>
                </a:solidFill>
                <a:latin typeface="Calibri" pitchFamily="34" charset="0"/>
              </a:rPr>
              <a:t xml:space="preserve">4. </a:t>
            </a:r>
            <a:r>
              <a:rPr lang="pt-BR" sz="1100" dirty="0">
                <a:solidFill>
                  <a:srgbClr val="1E293B"/>
                </a:solidFill>
                <a:latin typeface="Calibri" pitchFamily="34" charset="0"/>
              </a:rPr>
              <a:t>Toque em "Adicionar" no canto superior direito</a:t>
            </a:r>
          </a:p>
          <a:p>
            <a:pPr indent="0" marL="0">
              <a:buNone/>
            </a:pPr>
            <a:r>
              <a:rPr lang="pt-BR" sz="300" dirty="0">
                <a:solidFill>
                  <a:srgbClr val="1E293B"/>
                </a:solidFill>
                <a:latin typeface="Calibri" pitchFamily="34" charset="0"/>
              </a:rPr>
              <a:t xml:space="preserve"> </a:t>
            </a:r>
          </a:p>
          <a:p>
            <a:pPr indent="0" marL="0">
              <a:buNone/>
            </a:pPr>
            <a:r>
              <a:rPr lang="pt-BR" sz="1100" b="1" dirty="0">
                <a:solidFill>
                  <a:srgbClr val="1E293B"/>
                </a:solidFill>
                <a:latin typeface="Calibri" pitchFamily="34" charset="0"/>
              </a:rPr>
              <a:t xml:space="preserve">5. </a:t>
            </a:r>
            <a:r>
              <a:rPr lang="pt-BR" sz="1100" dirty="0">
                <a:solidFill>
                  <a:srgbClr val="1E293B"/>
                </a:solidFill>
                <a:latin typeface="Calibri" pitchFamily="34" charset="0"/>
              </a:rPr>
              <a:t>Pronto! O icone aparece na tela inicial do iPhone</a:t>
            </a:r>
          </a:p>
          <a:p>
            <a:pPr indent="0" marL="0">
              <a:buNone/>
            </a:pPr>
            <a:r>
              <a:rPr lang="pt-BR" sz="300" dirty="0">
                <a:solidFill>
                  <a:srgbClr val="1E293B"/>
                </a:solidFill>
                <a:latin typeface="Calibri" pitchFamily="34" charset="0"/>
              </a:rPr>
              <a:t xml:space="preserve"> </a:t>
            </a:r>
          </a:p>
          <a:p>
            <a:pPr indent="0" marL="0">
              <a:buNone/>
            </a:pPr>
            <a:r>
              <a:rPr lang="pt-BR" sz="1100" b="1" dirty="0">
                <a:solidFill>
                  <a:srgbClr val="1E293B"/>
                </a:solidFill>
                <a:latin typeface="Calibri" pitchFamily="34" charset="0"/>
              </a:rPr>
              <a:t xml:space="preserve">6. </a:t>
            </a:r>
            <a:r>
              <a:rPr lang="pt-BR" sz="1100" dirty="0">
                <a:solidFill>
                  <a:srgbClr val="1E293B"/>
                </a:solidFill>
                <a:latin typeface="Calibri" pitchFamily="34" charset="0"/>
              </a:rPr>
              <a:t>Abre igual a um app — sem precisar do Safari!</a:t>
            </a:r>
          </a:p>
        </p:txBody>
      </p:sp>
      <p:sp>
        <p:nvSpPr>
          <p:cNvPr id="20" name="Text Footer"/>
          <p:cNvSpPr/>
          <p:nvPr/>
        </p:nvSpPr>
        <p:spPr>
          <a:xfrm>
            <a:off x="365760" y="4617600"/>
            <a:ext cx="8412480" cy="33000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</a:ln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92400E"/>
                </a:solidFill>
                <a:latin typeface="Calibri" pitchFamily="34" charset="0"/>
              </a:rPr>
              <a:t>Nao precisa baixar nada! O site funciona como um app diretamente no seu celular — rapido, seguro e sempre atualizado.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201168"/>
            <a:ext cx="64008" cy="5029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4592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Criando Sua Conta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60120"/>
            <a:ext cx="84124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124712"/>
            <a:ext cx="420624" cy="420624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1247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70432" y="1014984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Acesse o sistema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70432" y="1325880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rede-servicos.web.app e clique em "Criar conta"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4672" y="1545336"/>
            <a:ext cx="0" cy="283464"/>
          </a:xfrm>
          <a:prstGeom prst="line">
            <a:avLst/>
          </a:prstGeom>
          <a:noFill/>
          <a:ln w="19050">
            <a:solidFill>
              <a:srgbClr val="22C55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65760" y="1828800"/>
            <a:ext cx="84124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4360" y="1993392"/>
            <a:ext cx="420624" cy="420624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1993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70432" y="1883664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Preencha seus dados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70432" y="2194560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Digite seu nome completo, e-mail e crie uma senha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04672" y="2414016"/>
            <a:ext cx="0" cy="283464"/>
          </a:xfrm>
          <a:prstGeom prst="line">
            <a:avLst/>
          </a:prstGeom>
          <a:noFill/>
          <a:ln w="19050">
            <a:solidFill>
              <a:srgbClr val="22C55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65760" y="2697480"/>
            <a:ext cx="84124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4360" y="2862072"/>
            <a:ext cx="420624" cy="420624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2862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70432" y="2752344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Cadastrar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70432" y="3063240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Pressione o botão "Cadastrar" para criar sua conta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04672" y="3282696"/>
            <a:ext cx="0" cy="283464"/>
          </a:xfrm>
          <a:prstGeom prst="line">
            <a:avLst/>
          </a:prstGeom>
          <a:noFill/>
          <a:ln w="19050">
            <a:solidFill>
              <a:srgbClr val="22C55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65760" y="3566160"/>
            <a:ext cx="84124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94360" y="3730752"/>
            <a:ext cx="420624" cy="420624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" y="37307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170432" y="3621024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Pronto!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170432" y="3931920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já está logado e pode usar o sistema imediatamente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365760" y="4526280"/>
            <a:ext cx="8412480" cy="411480"/>
          </a:xfrm>
          <a:prstGeom prst="rect">
            <a:avLst/>
          </a:prstGeom>
          <a:solidFill>
            <a:srgbClr val="DCFC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48640" y="452628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Esqueceu a senha? Clique em "Esqueci minha senha" no login — você receberá um e-mail para redefinir.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201168"/>
            <a:ext cx="64008" cy="5029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4592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Cadastrar um Serviço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60120"/>
            <a:ext cx="51206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960120"/>
            <a:ext cx="54864" cy="35204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1133856"/>
            <a:ext cx="256032" cy="25603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1338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78408" y="10972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menu lateral, clique em "Serviços"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1673352"/>
            <a:ext cx="256032" cy="25603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6733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78408" y="163677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no botão "Cadastrar Serviço"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4360" y="2212848"/>
            <a:ext cx="256032" cy="25603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2128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78408" y="217627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Preencha: Nome, Categoria, Especialidade, Descrição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4360" y="2752344"/>
            <a:ext cx="256032" cy="25603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27523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78408" y="271576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Adicione Telefone, WhatsApp, E-mail, Cidade e Estado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" y="3291840"/>
            <a:ext cx="256032" cy="25603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291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5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78408" y="325526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Adicione uma foto (opcional)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4360" y="3831336"/>
            <a:ext cx="256032" cy="25603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38313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78408" y="379476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"Cadastrar Serviço"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0" y="960120"/>
            <a:ext cx="3108960" cy="1737360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806440" y="1005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obrigatórios: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806440" y="13716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Nome do profissional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806440" y="1691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Categoria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806440" y="20116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Cidade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806440" y="23317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Estado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669280" y="2834640"/>
            <a:ext cx="3108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806440" y="288036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Categorias disponíveis: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806440" y="320040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Elétrica • Hidráulica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806440" y="349300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• Educação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806440" y="378561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 • Mecânica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806440" y="40782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Advocacia • e mais...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365760" y="4572000"/>
            <a:ext cx="8412480" cy="384048"/>
          </a:xfrm>
          <a:prstGeom prst="rect">
            <a:avLst/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548640" y="4572000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Seu serviço ficará pendente até ser aprovado pelo administrador. Após a aprovação, aparecerá publicamente.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201168"/>
            <a:ext cx="64008" cy="5029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4592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Cadastrar uma Empresa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60120"/>
            <a:ext cx="512064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960120"/>
            <a:ext cx="54864" cy="39776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1115568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1155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78408" y="1078992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menu lateral, clique em "Empresas"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1627632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6276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78408" y="1591056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"Cadastrar Empresa"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4360" y="2139696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1396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78408" y="21031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Preencha: Nome, Razão Social, CNPJ (opcional)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4360" y="2651760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26517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78408" y="2615184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Selecione a Categoria e adicione a Descrição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" y="3163824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1638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5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78408" y="3127248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Telefone, WhatsApp, E-mail e Endereço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4360" y="3675888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36758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78408" y="3639312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Adicione Logo e Foto da fachada (opcional)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" y="4187952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7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78408" y="4151376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"Cadastrar Empresa"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0" y="960120"/>
            <a:ext cx="3108960" cy="1920240"/>
          </a:xfrm>
          <a:prstGeom prst="rect">
            <a:avLst/>
          </a:prstGeom>
          <a:solidFill>
            <a:srgbClr val="E0F2FE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806440" y="102412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obrigatórios: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806440" y="13716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Nome da empresa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806440" y="1700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Categoria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806440" y="20299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Descrição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669280" y="3017520"/>
            <a:ext cx="31089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5806440" y="308152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Categorias: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806440" y="341071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Comércio • Alimentação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806440" y="37033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• Educação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806440" y="399592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Beleza • Tecnologia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806440" y="428853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Transporte • e mais...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65760" y="4572000"/>
            <a:ext cx="8412480" cy="384048"/>
          </a:xfrm>
          <a:prstGeom prst="rect">
            <a:avLst/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48640" y="4572000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A empresa também ficará pendente até aprovação do administrador.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201168"/>
            <a:ext cx="64008" cy="5029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4592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Editar e Excluir seus Cadastros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60120"/>
            <a:ext cx="557784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960120"/>
            <a:ext cx="54864" cy="39776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0241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Como Editar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1508760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78992" y="1463040"/>
            <a:ext cx="4663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Acesse a página de detalhe do serviço ou empresa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2039112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78992" y="1993392"/>
            <a:ext cx="4663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no botão "Editar" (visível apenas para o dono ou admin)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2569464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569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78992" y="2523744"/>
            <a:ext cx="4663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Altere os campos desejados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3099816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099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78992" y="3054096"/>
            <a:ext cx="4663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trocar a foto: escolha um novo arquivo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3630168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78992" y="3584448"/>
            <a:ext cx="4663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remover a foto: clique no botão vermelho "Remover foto"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160520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160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78992" y="4114800"/>
            <a:ext cx="4663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"Salvar Alterações"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126480" y="960120"/>
            <a:ext cx="2651760" cy="2011680"/>
          </a:xfrm>
          <a:prstGeom prst="rect">
            <a:avLst/>
          </a:prstGeom>
          <a:solidFill>
            <a:srgbClr val="FEE2E2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263640" y="102412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🗑️  Como Excluir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263640" y="1417320"/>
            <a:ext cx="2377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Acesse a página de detalhe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Clique em "Excluir"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Confirme a ação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Esta ação não pode ser desfeita!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126480" y="3108960"/>
            <a:ext cx="2651760" cy="1828800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263640" y="317296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ℹ️  Quem pode editar e excluir?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263640" y="356616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 próprio dono do cadastro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 administrador do sistema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201168"/>
            <a:ext cx="64008" cy="5029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4592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Participando de Comunidades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60120"/>
            <a:ext cx="8412480" cy="1371600"/>
          </a:xfrm>
          <a:prstGeom prst="rect">
            <a:avLst/>
          </a:prstGeom>
          <a:solidFill>
            <a:srgbClr val="DCFC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0584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🏘️  O que são comunidades?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38988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Grupos privados onde membros compartilham serviços e empresas entre si — como a rede interna de uma congregação, associação ou grupo comunitário.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65760" y="2468880"/>
            <a:ext cx="50292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2468880"/>
            <a:ext cx="54864" cy="246888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54203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entrar em uma comunidade: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85216" y="2962656"/>
            <a:ext cx="384048" cy="38404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97280" y="292608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Acesse "Comunidades" no menu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85216" y="3438144"/>
            <a:ext cx="384048" cy="38404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34381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97280" y="3401568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na comunidade desejada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85216" y="3913632"/>
            <a:ext cx="384048" cy="38404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5216" y="3913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97280" y="3877056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tiver senha, informe a senha de acesso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85216" y="4389120"/>
            <a:ext cx="384048" cy="38404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5216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97280" y="4352544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"Entrar"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77840" y="2468880"/>
            <a:ext cx="32004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715000" y="254203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da comunidade: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715000" y="2944368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Serviços dos membros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715000" y="33832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  Empresas da comunidade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715000" y="382219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Abas separadas por tipo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715000" y="4261104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➕  Cadastrar vinculado à comunidade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65760" y="4572000"/>
            <a:ext cx="8412480" cy="384048"/>
          </a:xfrm>
          <a:prstGeom prst="rect">
            <a:avLst/>
          </a:prstGeom>
          <a:solidFill>
            <a:srgbClr val="DCFC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548640" y="4572000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Comunidades com senha exigem a senha correta para entrar. Peça ao administrador da comunidade.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201168"/>
            <a:ext cx="64008" cy="5029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4592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Buscar e Filtrar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60120"/>
            <a:ext cx="8412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960120"/>
            <a:ext cx="54864" cy="8229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1430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124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🔍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61288" y="103327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por texto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61288" y="137160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Digite o nome, categoria ou cidade na barra de pesquisa — o resultado aparece instantaneamente enquanto você digita.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1920240"/>
            <a:ext cx="8412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1920240"/>
            <a:ext cx="54864" cy="82296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103120"/>
            <a:ext cx="457200" cy="457200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📂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61288" y="199339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por categoria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61288" y="233172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 menu suspenso ao lado da busca para exibir apenas uma categoria específica (Ex: Elétrica, Saúde, Comércio).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2880360"/>
            <a:ext cx="8412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65760" y="2880360"/>
            <a:ext cx="54864" cy="82296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063240"/>
            <a:ext cx="457200" cy="45720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044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⭐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161288" y="295351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detalhes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61288" y="329184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qualquer card para ver informações completas: foto, contatos, avaliações e localização.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3840480"/>
            <a:ext cx="8412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65760" y="3840480"/>
            <a:ext cx="54864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66928" y="4023360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💬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161288" y="391363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 direto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161288" y="425196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página de detalhe, use os botões de Telefone, WhatsApp, E-mail ou Site para entrar em contato.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201168"/>
            <a:ext cx="64008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4592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Avaliações e Favoritos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60120"/>
            <a:ext cx="425196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960120"/>
            <a:ext cx="54864" cy="3977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02412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 Avaliações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1545336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1545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78992" y="148132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a página de um serviço ou empresa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2139696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139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78992" y="207568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até a seção Avaliações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2734056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734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78992" y="267004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nas estrelas para dar uma nota (1 a 5)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328416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328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78992" y="326440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Escreva um comentário (opcional)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3922776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922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78992" y="385876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"Enviar avaliação"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846320" y="960120"/>
            <a:ext cx="393192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46320" y="960120"/>
            <a:ext cx="54864" cy="39776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4920" y="10241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❤️  Favoritos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5074920" y="150876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 nos favoritos: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no ícone ❤️ na página de detalhe de qualquer serviço ou empresa.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Acessar seus favoritos: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"Favoritos" no menu lateral para ver todos os itens salvos.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Remover dos favoritos: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novamente no ícone ❤️ para remover o item dos seus favoritos.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201168"/>
            <a:ext cx="64008" cy="5029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4592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Enviando Mensagens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1005840"/>
            <a:ext cx="5486400" cy="2560320"/>
          </a:xfrm>
          <a:prstGeom prst="rect">
            <a:avLst/>
          </a:prstGeom>
          <a:solidFill>
            <a:srgbClr val="E0F2FE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114800" y="10972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</a:rPr>
              <a:t>💬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2011680" y="192024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direto entre usuários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011680" y="234086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Fale diretamente com o dono de qualquer serviço ou empresa cadastrado no sistema.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374904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38912" y="3813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📄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75488" y="42793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a página de um serviço ou empresa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560320" y="374904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633472" y="3813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👆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670048" y="42793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no botão "💬 Mensagem"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54880" y="374904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28032" y="3813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🔒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864608" y="42793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conversa privada é criada automaticamente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949440" y="3749040"/>
            <a:ext cx="1965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022592" y="3813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📥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059168" y="42793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Veja todas as conversas em "Mensagens" no menu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201168"/>
            <a:ext cx="64008" cy="5029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4592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Entendendo os Status dos Cadastros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 cadastrar um serviço ou empresa, ele passa pelos seguintes status: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463040"/>
            <a:ext cx="8412480" cy="1005840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463040"/>
            <a:ext cx="64008" cy="1005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55448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 PENDENTE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017520" y="1517904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enviado e aguardando revisão do administrador.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017520" y="1901952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você consegue ver este cadastro por enquanto.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94360" y="1965960"/>
            <a:ext cx="2286000" cy="0"/>
          </a:xfrm>
          <a:prstGeom prst="line">
            <a:avLst/>
          </a:prstGeom>
          <a:noFill/>
          <a:ln w="10160">
            <a:solidFill>
              <a:srgbClr val="FDE6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0299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no cadastro para ver o status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65760" y="2578608"/>
            <a:ext cx="8412480" cy="100584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2578608"/>
            <a:ext cx="64008" cy="10058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67004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 APROVADO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017520" y="2633472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aprovado pelo administrador.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17520" y="3017520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Aparece na listagem pública para todos os usuários do sistema.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94360" y="3081528"/>
            <a:ext cx="2286000" cy="0"/>
          </a:xfrm>
          <a:prstGeom prst="line">
            <a:avLst/>
          </a:prstGeom>
          <a:noFill/>
          <a:ln w="10160">
            <a:solidFill>
              <a:srgbClr val="BBF7D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314553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no cadastro para ver o status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65760" y="3694176"/>
            <a:ext cx="8412480" cy="100584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3694176"/>
            <a:ext cx="64008" cy="10058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378561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 REJEITADO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017520" y="3749040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não aprovado pelo administrador.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017520" y="4133088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em contato com o administrador para mais informações.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94360" y="4197096"/>
            <a:ext cx="2286000" cy="0"/>
          </a:xfrm>
          <a:prstGeom prst="line">
            <a:avLst/>
          </a:prstGeom>
          <a:noFill/>
          <a:ln w="10160">
            <a:solidFill>
              <a:srgbClr val="FECAC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4261104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no cadastro para ver o status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201168"/>
            <a:ext cx="64008" cy="5029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4592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 Perfil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60120"/>
            <a:ext cx="2743200" cy="3977640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1280160"/>
            <a:ext cx="1828800" cy="18288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28016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👤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548640" y="32004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 Perfil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358444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Gerencie suas informações pessoais e cadastros.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91840" y="960120"/>
            <a:ext cx="53949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91840" y="960120"/>
            <a:ext cx="54864" cy="84124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0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✏️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041648" y="1051560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Atualizar nome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041648" y="1380744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Edite seu nome de exibição no sistema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291840" y="1947672"/>
            <a:ext cx="53949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91840" y="1947672"/>
            <a:ext cx="54864" cy="84124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74720" y="2130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📸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041648" y="2039112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de perfil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041648" y="2368296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Adicione ou troque sua foto de perfil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291840" y="2935224"/>
            <a:ext cx="53949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91840" y="2935224"/>
            <a:ext cx="54864" cy="84124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0" y="3118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🔐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4041648" y="3026664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Alterar senha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041648" y="3355848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Redefina sua senha de acesso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291840" y="3922776"/>
            <a:ext cx="53949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291840" y="3922776"/>
            <a:ext cx="54864" cy="84124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74720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041648" y="4014216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Meus cadastros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041648" y="434340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Veja todos os serviços e empresas que você registrou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201168"/>
            <a:ext cx="64008" cy="5029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4592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Dicas Importantes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60120"/>
            <a:ext cx="3977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960120"/>
            <a:ext cx="54864" cy="10058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216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97280" y="1051560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atualizados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14173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Telefone e WhatsApp corretos aumentam muito as chances de contato pelos clientes.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0" y="960120"/>
            <a:ext cx="3977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0" y="960120"/>
            <a:ext cx="54864" cy="10058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09160" y="1234440"/>
            <a:ext cx="457200" cy="457200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09160" y="1216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📸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303520" y="1051560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Adicione fotos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303520" y="14173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Cadastros com foto recebem muito mais atenção e cliques do que os sem foto.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2148840"/>
            <a:ext cx="3977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65760" y="2148840"/>
            <a:ext cx="54864" cy="1005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2423160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2404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⭐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97280" y="2240280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avaliações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97280" y="26060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satisfeitos podem avaliar seu serviço — peça para avaliarem no sistema.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0" y="2148840"/>
            <a:ext cx="3977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0" y="2148840"/>
            <a:ext cx="54864" cy="10058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09160" y="242316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09160" y="2404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🔔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303520" y="2240280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Aguarde aprovação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303520" y="26060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 cadastrar, o administrador precisa aprovar antes do cadastro aparecer publicamente.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3337560"/>
            <a:ext cx="3977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65760" y="3337560"/>
            <a:ext cx="54864" cy="10058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3611880"/>
            <a:ext cx="457200" cy="45720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" y="3593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🔒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1097280" y="3429000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 sua senha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097280" y="37947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compartilhe sua senha de acesso com ninguém por segurança.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0" y="3337560"/>
            <a:ext cx="3977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572000" y="3337560"/>
            <a:ext cx="54864" cy="10058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09160" y="3611880"/>
            <a:ext cx="457200" cy="45720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09160" y="3593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📱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5303520" y="3429000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pelo celular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303520" y="37947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funciona em qualquer dispositivo — computador, tablet ou celular.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914400"/>
            <a:ext cx="4572000" cy="4572000"/>
          </a:xfrm>
          <a:prstGeom prst="ellipse">
            <a:avLst/>
          </a:prstGeom>
          <a:solidFill>
            <a:srgbClr val="4F46E5">
              <a:alpha val="20000"/>
            </a:srgbClr>
          </a:solidFill>
          <a:ln w="12700">
            <a:solidFill>
              <a:srgbClr val="4F46E5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457200" y="3200400"/>
            <a:ext cx="3200400" cy="3200400"/>
          </a:xfrm>
          <a:prstGeom prst="ellipse">
            <a:avLst/>
          </a:prstGeom>
          <a:solidFill>
            <a:srgbClr val="0EA5E9">
              <a:alpha val="18000"/>
            </a:srgbClr>
          </a:solidFill>
          <a:ln w="12700">
            <a:solidFill>
              <a:srgbClr val="0EA5E9">
                <a:alpha val="18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 de Ajuda? 🙋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078992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Estamos aqui para te ajudar.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2651760" cy="23774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7830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👥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48640" y="248716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871216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Fale com o administrador da sua comunidade para dúvidas locais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55848" y="1691640"/>
            <a:ext cx="2651760" cy="23774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55848" y="17830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🌐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3447288" y="248716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Acesse o sistema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47288" y="2871216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rede-servicos.web.app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54496" y="1691640"/>
            <a:ext cx="2651760" cy="23774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54496" y="17830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🛠️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345936" y="248716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técnico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45936" y="2871216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em contato com o responsável pelo sistema para problemas técnicos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4480560"/>
            <a:ext cx="859536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rede-servicos.web.app  •  Manual do Usuário — Versão 1.0  • 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Manual do Usuário — Rede de Serviços Comunitários</dc:title>
  <dc:subject>PptxGenJS Presentation</dc:subject>
  <dc:creator>PptxGenJS</dc:creator>
  <cp:lastModifiedBy>PptxGenJS</cp:lastModifiedBy>
  <cp:revision>1</cp:revision>
  <dcterms:created xsi:type="dcterms:W3CDTF">2026-06-14T22:31:06Z</dcterms:created>
  <dcterms:modified xsi:type="dcterms:W3CDTF">2026-06-14T22:31:06Z</dcterms:modified>
</cp:coreProperties>
</file>