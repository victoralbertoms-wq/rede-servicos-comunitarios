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4F46E5">
              <a:alpha val="25000"/>
            </a:srgbClr>
          </a:solidFill>
          <a:ln w="12700">
            <a:solidFill>
              <a:srgbClr val="4F46E5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73152" cy="1828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087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de Serviços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Comunitários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do Usuário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1.0  —  2026  •  rede-servicos.web.app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64008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a Rede de Serviços Comunitários?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digital que conecta membros de comunidades a profissionais e empresas locais.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08760"/>
            <a:ext cx="54864" cy="12344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15568" y="16184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 Serviços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15568" y="19476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Divulgue seus serviços profissionais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150876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508760"/>
            <a:ext cx="54864" cy="1234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995928" y="16184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 Empresa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95928" y="19476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seu comércio ou empresa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50876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508760"/>
            <a:ext cx="54864" cy="1234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🏘️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76288" y="16184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76288" y="19476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Participe de grupos da sua rede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926080"/>
            <a:ext cx="54864" cy="12344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115568" y="3035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15568" y="33649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Encontre o que precisa perto de si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37560" y="292608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337560" y="2926080"/>
            <a:ext cx="54864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995928" y="3035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995928" y="33649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Avalie serviços e empresas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292608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17920" y="2926080"/>
            <a:ext cx="54864" cy="1234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876288" y="3035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76288" y="33649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Fale direto com os profissionais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64008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Baixar e Instalar o App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3931920" cy="7772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058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Android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pt-BR" sz="1100" b="1" dirty="0">
                <a:solidFill>
                  <a:srgbClr val="1E293B"/>
                </a:solidFill>
                <a:latin typeface="Calibri" pitchFamily="34" charset="0"/>
              </a:rPr>
              <a:t xml:space="preserve">1. </a:t>
            </a:r>
            <a:r>
              <a:rPr lang="pt-BR" sz="1100" dirty="0">
                <a:solidFill>
                  <a:srgbClr val="1E293B"/>
                </a:solidFill>
                <a:latin typeface="Calibri" pitchFamily="34" charset="0"/>
              </a:rPr>
              <a:t>Acesse rede-servicos.web.app pelo celular</a:t>
            </a:r>
          </a:p>
          <a:p>
            <a:pPr indent="0" marL="0">
              <a:buNone/>
            </a:pPr>
            <a:r>
              <a:rPr lang="pt-BR" sz="300" dirty="0">
                <a:solidFill>
                  <a:srgbClr val="1E293B"/>
                </a:solidFill>
                <a:latin typeface="Calibri" pitchFamily="34" charset="0"/>
              </a:rPr>
              <a:t xml:space="preserve"> </a:t>
            </a:r>
          </a:p>
          <a:p>
            <a:pPr indent="0" marL="0">
              <a:buNone/>
            </a:pPr>
            <a:r>
              <a:rPr lang="pt-BR" sz="1100" b="1" dirty="0">
                <a:solidFill>
                  <a:srgbClr val="1E293B"/>
                </a:solidFill>
                <a:latin typeface="Calibri" pitchFamily="34" charset="0"/>
              </a:rPr>
              <a:t xml:space="preserve">2. </a:t>
            </a:r>
            <a:r>
              <a:rPr lang="pt-BR" sz="1100" dirty="0">
                <a:solidFill>
                  <a:srgbClr val="1E293B"/>
                </a:solidFill>
                <a:latin typeface="Calibri" pitchFamily="34" charset="0"/>
              </a:rPr>
              <a:t>Toque em "Baixar APK - Android"</a:t>
            </a:r>
          </a:p>
          <a:p>
            <a:pPr indent="0" marL="0">
              <a:buNone/>
            </a:pPr>
            <a:r>
              <a:rPr lang="pt-BR" sz="300" dirty="0">
                <a:solidFill>
                  <a:srgbClr val="1E293B"/>
                </a:solidFill>
                <a:latin typeface="Calibri" pitchFamily="34" charset="0"/>
              </a:rPr>
              <a:t xml:space="preserve"> </a:t>
            </a:r>
          </a:p>
          <a:p>
            <a:pPr indent="0" marL="0">
              <a:buNone/>
            </a:pPr>
            <a:r>
              <a:rPr lang="pt-BR" sz="1100" b="1" dirty="0">
                <a:solidFill>
                  <a:srgbClr val="1E293B"/>
                </a:solidFill>
                <a:latin typeface="Calibri" pitchFamily="34" charset="0"/>
              </a:rPr>
              <a:t xml:space="preserve">3. </a:t>
            </a:r>
            <a:r>
              <a:rPr lang="pt-BR" sz="1100" dirty="0">
                <a:solidFill>
                  <a:srgbClr val="1E293B"/>
                </a:solidFill>
                <a:latin typeface="Calibri" pitchFamily="34" charset="0"/>
              </a:rPr>
              <a:t>Abra o arquivo baixado na notificacao</a:t>
            </a:r>
          </a:p>
          <a:p>
            <a:pPr indent="0" marL="0">
              <a:buNone/>
            </a:pPr>
            <a:r>
              <a:rPr lang="pt-BR" sz="300" dirty="0">
                <a:solidFill>
                  <a:srgbClr val="1E293B"/>
                </a:solidFill>
                <a:latin typeface="Calibri" pitchFamily="34" charset="0"/>
              </a:rPr>
              <a:t xml:space="preserve"> </a:t>
            </a:r>
          </a:p>
          <a:p>
            <a:pPr indent="0" marL="0">
              <a:buNone/>
            </a:pPr>
            <a:r>
              <a:rPr lang="pt-BR" sz="1100" b="1" dirty="0">
                <a:solidFill>
                  <a:srgbClr val="1E293B"/>
                </a:solidFill>
                <a:latin typeface="Calibri" pitchFamily="34" charset="0"/>
              </a:rPr>
              <a:t xml:space="preserve">4. </a:t>
            </a:r>
            <a:r>
              <a:rPr lang="pt-BR" sz="1100" dirty="0">
                <a:solidFill>
                  <a:srgbClr val="1E293B"/>
                </a:solidFill>
                <a:latin typeface="Calibri" pitchFamily="34" charset="0"/>
              </a:rPr>
              <a:t>Se aparecer aviso, ative "Instalar apps desconhecidos"</a:t>
            </a:r>
          </a:p>
          <a:p>
            <a:pPr indent="0" marL="0">
              <a:buNone/>
            </a:pPr>
            <a:r>
              <a:rPr lang="pt-BR" sz="300" dirty="0">
                <a:solidFill>
                  <a:srgbClr val="1E293B"/>
                </a:solidFill>
                <a:latin typeface="Calibri" pitchFamily="34" charset="0"/>
              </a:rPr>
              <a:t xml:space="preserve"> </a:t>
            </a:r>
          </a:p>
          <a:p>
            <a:pPr indent="0" marL="0">
              <a:buNone/>
            </a:pPr>
            <a:r>
              <a:rPr lang="pt-BR" sz="1100" b="1" dirty="0">
                <a:solidFill>
                  <a:srgbClr val="1E293B"/>
                </a:solidFill>
                <a:latin typeface="Calibri" pitchFamily="34" charset="0"/>
              </a:rPr>
              <a:t xml:space="preserve">5. </a:t>
            </a:r>
            <a:r>
              <a:rPr lang="pt-BR" sz="1100" dirty="0">
                <a:solidFill>
                  <a:srgbClr val="1E293B"/>
                </a:solidFill>
                <a:latin typeface="Calibri" pitchFamily="34" charset="0"/>
              </a:rPr>
              <a:t>Volte e toque em "Instalar"</a:t>
            </a:r>
          </a:p>
          <a:p>
            <a:pPr indent="0" marL="0">
              <a:buNone/>
            </a:pPr>
            <a:r>
              <a:rPr lang="pt-BR" sz="300" dirty="0">
                <a:solidFill>
                  <a:srgbClr val="1E293B"/>
                </a:solidFill>
                <a:latin typeface="Calibri" pitchFamily="34" charset="0"/>
              </a:rPr>
              <a:t xml:space="preserve"> </a:t>
            </a:r>
          </a:p>
          <a:p>
            <a:pPr indent="0" marL="0">
              <a:buNone/>
            </a:pPr>
            <a:r>
              <a:rPr lang="pt-BR" sz="1100" b="1" dirty="0">
                <a:solidFill>
                  <a:srgbClr val="1E293B"/>
                </a:solidFill>
                <a:latin typeface="Calibri" pitchFamily="34" charset="0"/>
              </a:rPr>
              <a:t xml:space="preserve">6. </a:t>
            </a:r>
            <a:r>
              <a:rPr lang="pt-BR" sz="1100" dirty="0">
                <a:solidFill>
                  <a:srgbClr val="1E293B"/>
                </a:solidFill>
                <a:latin typeface="Calibri" pitchFamily="34" charset="0"/>
              </a:rPr>
              <a:t>Pronto! Abra pelo icone na tela inicial</a:t>
            </a:r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05840"/>
            <a:ext cx="3931920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0058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🍎  iPhone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192024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pt-BR" sz="1100" b="1" dirty="0">
                <a:solidFill>
                  <a:srgbClr val="1E293B"/>
                </a:solidFill>
                <a:latin typeface="Calibri" pitchFamily="34" charset="0"/>
              </a:rPr>
              <a:t xml:space="preserve">1. </a:t>
            </a:r>
            <a:r>
              <a:rPr lang="pt-BR" sz="1100" dirty="0">
                <a:solidFill>
                  <a:srgbClr val="1E293B"/>
                </a:solidFill>
                <a:latin typeface="Calibri" pitchFamily="34" charset="0"/>
              </a:rPr>
              <a:t>Acesse rede-servicos.web.app pelo celular</a:t>
            </a:r>
          </a:p>
          <a:p>
            <a:pPr indent="0" marL="0">
              <a:buNone/>
            </a:pPr>
            <a:r>
              <a:rPr lang="pt-BR" sz="300" dirty="0">
                <a:solidFill>
                  <a:srgbClr val="1E293B"/>
                </a:solidFill>
                <a:latin typeface="Calibri" pitchFamily="34" charset="0"/>
              </a:rPr>
              <a:t xml:space="preserve"> </a:t>
            </a:r>
          </a:p>
          <a:p>
            <a:pPr indent="0" marL="0">
              <a:buNone/>
            </a:pPr>
            <a:r>
              <a:rPr lang="pt-BR" sz="1100" b="1" dirty="0">
                <a:solidFill>
                  <a:srgbClr val="1E293B"/>
                </a:solidFill>
                <a:latin typeface="Calibri" pitchFamily="34" charset="0"/>
              </a:rPr>
              <a:t xml:space="preserve">2. </a:t>
            </a:r>
            <a:r>
              <a:rPr lang="pt-BR" sz="1100" dirty="0">
                <a:solidFill>
                  <a:srgbClr val="1E293B"/>
                </a:solidFill>
                <a:latin typeface="Calibri" pitchFamily="34" charset="0"/>
              </a:rPr>
              <a:t>Toque em "1. Instalar Expo Go" e baixe da App Store</a:t>
            </a:r>
          </a:p>
          <a:p>
            <a:pPr indent="0" marL="0">
              <a:buNone/>
            </a:pPr>
            <a:r>
              <a:rPr lang="pt-BR" sz="300" dirty="0">
                <a:solidFill>
                  <a:srgbClr val="1E293B"/>
                </a:solidFill>
                <a:latin typeface="Calibri" pitchFamily="34" charset="0"/>
              </a:rPr>
              <a:t xml:space="preserve"> </a:t>
            </a:r>
          </a:p>
          <a:p>
            <a:pPr indent="0" marL="0">
              <a:buNone/>
            </a:pPr>
            <a:r>
              <a:rPr lang="pt-BR" sz="1100" b="1" dirty="0">
                <a:solidFill>
                  <a:srgbClr val="1E293B"/>
                </a:solidFill>
                <a:latin typeface="Calibri" pitchFamily="34" charset="0"/>
              </a:rPr>
              <a:t xml:space="preserve">3. </a:t>
            </a:r>
            <a:r>
              <a:rPr lang="pt-BR" sz="1100" dirty="0">
                <a:solidFill>
                  <a:srgbClr val="1E293B"/>
                </a:solidFill>
                <a:latin typeface="Calibri" pitchFamily="34" charset="0"/>
              </a:rPr>
              <a:t>Apos instalar o Expo Go, volte ao site</a:t>
            </a:r>
          </a:p>
          <a:p>
            <a:pPr indent="0" marL="0">
              <a:buNone/>
            </a:pPr>
            <a:r>
              <a:rPr lang="pt-BR" sz="300" dirty="0">
                <a:solidFill>
                  <a:srgbClr val="1E293B"/>
                </a:solidFill>
                <a:latin typeface="Calibri" pitchFamily="34" charset="0"/>
              </a:rPr>
              <a:t xml:space="preserve"> </a:t>
            </a:r>
          </a:p>
          <a:p>
            <a:pPr indent="0" marL="0">
              <a:buNone/>
            </a:pPr>
            <a:r>
              <a:rPr lang="pt-BR" sz="1100" b="1" dirty="0">
                <a:solidFill>
                  <a:srgbClr val="1E293B"/>
                </a:solidFill>
                <a:latin typeface="Calibri" pitchFamily="34" charset="0"/>
              </a:rPr>
              <a:t xml:space="preserve">4. </a:t>
            </a:r>
            <a:r>
              <a:rPr lang="pt-BR" sz="1100" dirty="0">
                <a:solidFill>
                  <a:srgbClr val="1E293B"/>
                </a:solidFill>
                <a:latin typeface="Calibri" pitchFamily="34" charset="0"/>
              </a:rPr>
              <a:t>Toque em "2. Abrir o App"</a:t>
            </a:r>
          </a:p>
          <a:p>
            <a:pPr indent="0" marL="0">
              <a:buNone/>
            </a:pPr>
            <a:r>
              <a:rPr lang="pt-BR" sz="300" dirty="0">
                <a:solidFill>
                  <a:srgbClr val="1E293B"/>
                </a:solidFill>
                <a:latin typeface="Calibri" pitchFamily="34" charset="0"/>
              </a:rPr>
              <a:t xml:space="preserve"> </a:t>
            </a:r>
          </a:p>
          <a:p>
            <a:pPr indent="0" marL="0">
              <a:buNone/>
            </a:pPr>
            <a:r>
              <a:rPr lang="pt-BR" sz="1100" b="1" dirty="0">
                <a:solidFill>
                  <a:srgbClr val="1E293B"/>
                </a:solidFill>
                <a:latin typeface="Calibri" pitchFamily="34" charset="0"/>
              </a:rPr>
              <a:t xml:space="preserve">5. </a:t>
            </a:r>
            <a:r>
              <a:rPr lang="pt-BR" sz="1100" dirty="0">
                <a:solidFill>
                  <a:srgbClr val="1E293B"/>
                </a:solidFill>
                <a:latin typeface="Calibri" pitchFamily="34" charset="0"/>
              </a:rPr>
              <a:t>O Expo Go abrira com o app automaticamente</a:t>
            </a:r>
          </a:p>
          <a:p>
            <a:pPr indent="0" marL="0">
              <a:buNone/>
            </a:pPr>
            <a:r>
              <a:rPr lang="pt-BR" sz="300" dirty="0">
                <a:solidFill>
                  <a:srgbClr val="1E293B"/>
                </a:solidFill>
                <a:latin typeface="Calibri" pitchFamily="34" charset="0"/>
              </a:rPr>
              <a:t xml:space="preserve"> </a:t>
            </a:r>
          </a:p>
          <a:p>
            <a:pPr indent="0" marL="0">
              <a:buNone/>
            </a:pPr>
            <a:r>
              <a:rPr lang="pt-BR" sz="1100" b="1" dirty="0">
                <a:solidFill>
                  <a:srgbClr val="1E293B"/>
                </a:solidFill>
                <a:latin typeface="Calibri" pitchFamily="34" charset="0"/>
              </a:rPr>
              <a:t xml:space="preserve">6. </a:t>
            </a:r>
            <a:r>
              <a:rPr lang="pt-BR" sz="1100" dirty="0">
                <a:solidFill>
                  <a:srgbClr val="1E293B"/>
                </a:solidFill>
                <a:latin typeface="Calibri" pitchFamily="34" charset="0"/>
              </a:rPr>
              <a:t>Pronto! O app ja estara disponivel</a:t>
            </a:r>
          </a:p>
        </p:txBody>
      </p:sp>
      <p:sp>
        <p:nvSpPr>
          <p:cNvPr id="20" name="Text Footer"/>
          <p:cNvSpPr/>
          <p:nvPr/>
        </p:nvSpPr>
        <p:spPr>
          <a:xfrm>
            <a:off x="365760" y="4617600"/>
            <a:ext cx="8412480" cy="330000"/>
          </a:xfrm>
          <a:prstGeom prst="rect">
            <a:avLst/>
          </a:prstGeom>
          <a:solidFill>
            <a:srgbClr val="FEF9C3"/>
          </a:solidFill>
          <a:ln w="12700">
            <a:solidFill>
              <a:srgbClr val="EAB308"/>
            </a:solidFill>
          </a:ln>
        </p:spPr>
        <p:txBody>
          <a:bodyPr wrap="square" lIns="91440" tIns="45720" rIns="91440" bIns="45720" rtlCol="0" anchor="ctr"/>
          <a:lstStyle/>
          <a:p>
            <a:pPr indent="0" marL="0">
              <a:buNone/>
            </a:pPr>
            <a:r>
              <a:rPr lang="pt-BR" sz="1000" b="1" dirty="0">
                <a:solidFill>
                  <a:srgbClr val="92400E"/>
                </a:solidFill>
                <a:latin typeface="Calibri" pitchFamily="34" charset="0"/>
              </a:rPr>
              <a:t>No Android, o sistema pode pedir permissao para instalar apps de fontes externas - isso e normal e seguro.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64008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Criando Sua Conta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124712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24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70432" y="101498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 o sistema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70432" y="132588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rede-servicos.web.app e clique em "Criar conta"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" y="1545336"/>
            <a:ext cx="0" cy="283464"/>
          </a:xfrm>
          <a:prstGeom prst="line">
            <a:avLst/>
          </a:prstGeom>
          <a:noFill/>
          <a:ln w="19050">
            <a:solidFill>
              <a:srgbClr val="22C55E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65760" y="1828800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1993392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188366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Preencha seus dados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70432" y="219456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Digite seu nome completo, e-mail e crie uma senha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4672" y="2414016"/>
            <a:ext cx="0" cy="283464"/>
          </a:xfrm>
          <a:prstGeom prst="line">
            <a:avLst/>
          </a:prstGeom>
          <a:noFill/>
          <a:ln w="19050">
            <a:solidFill>
              <a:srgbClr val="22C55E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65760" y="2697480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2862072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862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70432" y="275234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em Cadastrar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70432" y="306324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Pressione o botão "Cadastrar" para criar sua conta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4672" y="3282696"/>
            <a:ext cx="0" cy="283464"/>
          </a:xfrm>
          <a:prstGeom prst="line">
            <a:avLst/>
          </a:prstGeom>
          <a:noFill/>
          <a:ln w="19050">
            <a:solidFill>
              <a:srgbClr val="22C55E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365760" y="3566160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3730752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730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70432" y="362102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Pronto!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70432" y="393192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já está logado e pode usar o sistema imediatamente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45262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Esqueceu a senha? Clique em "Esqueci minha senha" no login — você receberá um e-mail para redefinir.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64008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Cadastrar um Serviço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51206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4864" cy="35204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133856"/>
            <a:ext cx="256032" cy="25603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133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78408" y="10972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menu lateral, clique em "Serviços"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1673352"/>
            <a:ext cx="256032" cy="25603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673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78408" y="163677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no botão "Cadastrar Serviço"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2212848"/>
            <a:ext cx="256032" cy="25603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212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78408" y="217627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Preencha: Nome, Categoria, Especialidade, Descrição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2752344"/>
            <a:ext cx="256032" cy="25603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752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78408" y="271576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Adicione Telefone, WhatsApp, E-mail, Cidade e Estado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3291840"/>
            <a:ext cx="256032" cy="25603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291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78408" y="325526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Adicione uma foto (opcional)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" y="3831336"/>
            <a:ext cx="256032" cy="25603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831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78408" y="37947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em "Cadastrar Serviço"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0" y="960120"/>
            <a:ext cx="3108960" cy="1737360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806440" y="1005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obrigatórios: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06440" y="1371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Nome do profissional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806440" y="1691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Categoria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806440" y="2011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Cidade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806440" y="2331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Estado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0" y="2834640"/>
            <a:ext cx="3108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806440" y="28803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 disponíveis: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06440" y="32004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Elétrica • Hidráulica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806440" y="34930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• Educação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806440" y="37856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• Mecânica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806440" y="40782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Advocacia • e mais...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48640" y="45720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Seu serviço ficará pendente até ser aprovado pelo administrador. Após a aprovação, aparecerá publicamente.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64008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Cadastrar uma Empresa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5120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4864" cy="3977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115568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115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78408" y="107899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menu lateral, clique em "Empresas"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1627632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627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78408" y="1591056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em "Cadastrar Empresa"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2139696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139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78408" y="210312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Preencha: Nome, Razão Social, CNPJ (opcional)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2651760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651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78408" y="2615184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Selecione a Categoria e adicione a Descrição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3163824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163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78408" y="3127248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Telefone, WhatsApp, E-mail e Endereço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" y="3675888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675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78408" y="363931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Adicione Logo e Foto da fachada (opcional)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" y="4187952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187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78408" y="4151376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em "Cadastrar Empresa"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0" y="960120"/>
            <a:ext cx="3108960" cy="1920240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806440" y="102412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obrigatórios: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806440" y="1371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Nome da empresa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806440" y="17007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Categoria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806440" y="20299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Descrição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69280" y="3017520"/>
            <a:ext cx="3108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806440" y="30815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806440" y="34107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Comércio • Alimentação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806440" y="37033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• Educação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806440" y="39959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Beleza • Tecnologia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806440" y="42885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 • e mais...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48640" y="45720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 empresa também ficará pendente até aprovação do administrador.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64008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e Excluir seus Cadastros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55778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4864" cy="39776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241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Como Editar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150876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78992" y="146304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 a página de detalhe do serviço ou empresa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2039112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" y="1993392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no botão "Editar" (visível apenas para o dono ou admin)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2569464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569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78992" y="2523744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Altere os campos desejados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3099816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78992" y="3054096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trocar a foto: escolha um novo arquivo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3630168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78992" y="3584448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remover a foto: clique no botão vermelho "Remover foto"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16052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78992" y="411480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em "Salvar Alterações"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26480" y="960120"/>
            <a:ext cx="2651760" cy="2011680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63640" y="10241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 Como Excluir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63640" y="1417320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Acesse a página de detalhe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Clique em "Excluir"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Confirme a ação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Esta ação não pode ser desfeita!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26480" y="3108960"/>
            <a:ext cx="2651760" cy="1828800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63640" y="31729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ℹ️  Quem pode editar e excluir?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63640" y="35661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 próprio dono do cadastro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 administrador do sistema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64008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Participando de Comunidades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8412480" cy="1371600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0058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🏘️  O que são comunidades?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38988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privados onde membros compartilham serviços e empresas entre si — como a rede interna de uma congregação, associação ou grupo comunitário.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5029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468880"/>
            <a:ext cx="54864" cy="2468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4203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entrar em uma comunidade: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5216" y="2962656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9260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 "Comunidades" no menu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5216" y="3438144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4015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na comunidade desejada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5216" y="3913632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387705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tiver senha, informe a senha de acesso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5216" y="4389120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35254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em "Entrar"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577840" y="2468880"/>
            <a:ext cx="32004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715000" y="254203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da comunidade: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715000" y="29443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Serviços dos membros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15000" y="33832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Empresas da comunidade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15000" y="38221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Abas separadas por tipo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715000" y="426110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 Cadastrar vinculado à comunidade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48640" y="45720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Comunidades com senha exigem a senha correta para entrar. Peça ao administrador da comunidade.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64008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Buscar e Filtrar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4864" cy="8229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1430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124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61288" y="10332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por texto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61288" y="13716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Digite o nome, categoria ou cidade na barra de pesquisa — o resultado aparece instantaneamente enquanto você digita.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192024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920240"/>
            <a:ext cx="54864" cy="8229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103120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61288" y="19933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por categoria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61288" y="23317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 menu suspenso ao lado da busca para exibir apenas uma categoria específica (Ex: Elétrica, Saúde, Comércio).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288036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880360"/>
            <a:ext cx="54864" cy="822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063240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⭐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61288" y="29535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detalhes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61288" y="32918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em qualquer card para ver informações completas: foto, contatos, avaliações e localização.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384048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840480"/>
            <a:ext cx="54864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40233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61288" y="39136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direto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61288" y="42519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página de detalhe, use os botões de Telefone, WhatsApp, E-mail ou Site para entrar em contato.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64008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Avaliações e Favoritos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42519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4864" cy="3977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241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Avaliações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1545336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545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78992" y="14813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a página de um serviço ou empresa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139696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" y="207568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até a seção Avaliações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2734056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78992" y="26700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nas estrelas para dar uma nota (1 a 5)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328416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78992" y="32644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um comentário (opcional)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3922776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78992" y="38587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em "Enviar avaliação"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960120"/>
            <a:ext cx="3931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960120"/>
            <a:ext cx="54864" cy="3977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10241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Favoritos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74920" y="150876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 nos favoritos: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no ícone ❤️ na página de detalhe de qualquer serviço ou empresa.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Acessar seus favoritos: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em "Favoritos" no menu lateral para ver todos os itens salvos.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dos favoritos: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novamente no ícone ❤️ para remover o item dos seus favoritos.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64008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Enviando Mensagens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1005840"/>
            <a:ext cx="5486400" cy="2560320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0" y="1097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💬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011680" y="19202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direto entre usuários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011680" y="23408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Fale diretamente com o dono de qualquer serviço ou empresa cadastrado no sistema.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74904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8912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5488" y="42793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a página de um serviço ou empresa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60320" y="374904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33472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👆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670048" y="42793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no botão "💬 Mensagem"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374904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28032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864608" y="42793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conversa privada é criada automaticamente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49440" y="374904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22592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📥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059168" y="42793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Veja todas as conversas em "Mensagens" no menu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64008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Entendendo os Status dos Cadastros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cadastrar um serviço ou empresa, ele passa pelos seguintes status: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8412480" cy="100584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63040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544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PENDENTE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17520" y="151790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enviado e aguardando revisão do administrador.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190195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você consegue ver este cadastro por enquanto.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1965960"/>
            <a:ext cx="2286000" cy="0"/>
          </a:xfrm>
          <a:prstGeom prst="line">
            <a:avLst/>
          </a:prstGeom>
          <a:noFill/>
          <a:ln w="10160">
            <a:solidFill>
              <a:srgbClr val="FDE6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029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no cadastro para ver o status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578608"/>
            <a:ext cx="8412480" cy="10058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578608"/>
            <a:ext cx="64008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700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APROVADO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017520" y="263347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aprovado pelo administrador.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301752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na listagem pública para todos os usuários do sistema.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3081528"/>
            <a:ext cx="2286000" cy="0"/>
          </a:xfrm>
          <a:prstGeom prst="line">
            <a:avLst/>
          </a:prstGeom>
          <a:noFill/>
          <a:ln w="10160">
            <a:solidFill>
              <a:srgbClr val="BBF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1455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no cadastro para ver o status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694176"/>
            <a:ext cx="8412480" cy="10058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694176"/>
            <a:ext cx="64008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7856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REJEITADO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017520" y="374904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não aprovado pelo administrador.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017520" y="413308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em contato com o administrador para mais informações.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4360" y="4197096"/>
            <a:ext cx="2286000" cy="0"/>
          </a:xfrm>
          <a:prstGeom prst="line">
            <a:avLst/>
          </a:prstGeom>
          <a:noFill/>
          <a:ln w="1016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2611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no cadastro para ver o status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64008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Perfil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2743200" cy="3977640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280160"/>
            <a:ext cx="1828800" cy="18288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801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👤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Perfil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58444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Gerencie suas informações pessoais e cadastros.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960120"/>
            <a:ext cx="5394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960120"/>
            <a:ext cx="54864" cy="8412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✏️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041648" y="10515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 nome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41648" y="138074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 seu nome de exibição no sistema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91840" y="1947672"/>
            <a:ext cx="5394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947672"/>
            <a:ext cx="54864" cy="8412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📸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041648" y="203911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de perfil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041648" y="236829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Adicione ou troque sua foto de perfil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91840" y="2935224"/>
            <a:ext cx="5394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2935224"/>
            <a:ext cx="54864" cy="8412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041648" y="3026664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Alterar senha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041648" y="335584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Redefina sua senha de acesso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91840" y="3922776"/>
            <a:ext cx="5394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91840" y="3922776"/>
            <a:ext cx="54864" cy="8412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4105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041648" y="401421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Meus cadastros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041648" y="434340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Veja todos os serviços e empresas que você registrou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64008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Dicas Importantes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3977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4864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34440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05156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atualizados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14173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Telefone e WhatsApp corretos aumentam muito as chances de contato pelos clientes.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960120"/>
            <a:ext cx="3977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960120"/>
            <a:ext cx="54864" cy="1005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234440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03520" y="105156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Adicione fotos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0" y="14173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Cadastros com foto recebem muito mais atenção e cliques do que os sem foto.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148840"/>
            <a:ext cx="3977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148840"/>
            <a:ext cx="54864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4231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⭐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22402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avaliações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2606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satisfeitos podem avaliar seu serviço — peça para avaliarem no sistema.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2148840"/>
            <a:ext cx="3977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2148840"/>
            <a:ext cx="54864" cy="10058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242316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🔔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03520" y="22402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Aguarde aprovação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03520" y="2606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cadastrar, o administrador precisa aprovar antes do cadastro aparecer publicamente.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337560"/>
            <a:ext cx="3977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337560"/>
            <a:ext cx="54864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361188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97280" y="342900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sua senha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97280" y="3794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compartilhe sua senha de acesso com ninguém por segurança.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0" y="3337560"/>
            <a:ext cx="3977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0" y="3337560"/>
            <a:ext cx="54864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3611880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303520" y="342900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pelo celular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303520" y="3794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funciona em qualquer dispositivo — computador, tablet ou celular.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4F46E5">
              <a:alpha val="20000"/>
            </a:srgbClr>
          </a:solidFill>
          <a:ln w="12700">
            <a:solidFill>
              <a:srgbClr val="4F46E5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0EA5E9">
              <a:alpha val="18000"/>
            </a:srgbClr>
          </a:solidFill>
          <a:ln w="12700">
            <a:solidFill>
              <a:srgbClr val="0EA5E9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de Ajuda? 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aqui para te ajudar.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5176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830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👥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4871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871216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Fale com o administrador da sua comunidade para dúvidas locais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55848" y="1691640"/>
            <a:ext cx="265176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7830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🌐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447288" y="24871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 o sistema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47288" y="2871216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rede-servicos.web.app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91640"/>
            <a:ext cx="265176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17830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🛠️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345936" y="24871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técnico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45936" y="2871216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em contato com o responsável pelo sistema para problemas técnicos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480560"/>
            <a:ext cx="85953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rede-servicos.web.app  •  Manual do Usuário — Versão 1.0  • 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do Usuário — Rede de Serviços Comunitários</dc:title>
  <dc:subject>PptxGenJS Presentation</dc:subject>
  <dc:creator>PptxGenJS</dc:creator>
  <cp:lastModifiedBy>PptxGenJS</cp:lastModifiedBy>
  <cp:revision>1</cp:revision>
  <dcterms:created xsi:type="dcterms:W3CDTF">2026-06-14T22:31:06Z</dcterms:created>
  <dcterms:modified xsi:type="dcterms:W3CDTF">2026-06-14T22:31:06Z</dcterms:modified>
</cp:coreProperties>
</file>